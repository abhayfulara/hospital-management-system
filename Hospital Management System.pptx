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62" r:id="rId6"/>
    <p:sldId id="277" r:id="rId7"/>
    <p:sldId id="279" r:id="rId8"/>
    <p:sldId id="280" r:id="rId9"/>
    <p:sldId id="281" r:id="rId10"/>
    <p:sldId id="282" r:id="rId11"/>
    <p:sldId id="283" r:id="rId12"/>
    <p:sldId id="284" r:id="rId13"/>
    <p:sldId id="278" r:id="rId14"/>
    <p:sldId id="265" r:id="rId15"/>
    <p:sldId id="276" r:id="rId16"/>
    <p:sldId id="275" r:id="rId17"/>
    <p:sldId id="269" r:id="rId18"/>
    <p:sldId id="270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9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6" y="1792226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7" y="3227834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2" y="295731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61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2"/>
            <a:ext cx="4825159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4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4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4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4" y="3179764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5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5" y="1447800"/>
            <a:ext cx="519006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2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5"/>
            <a:ext cx="3865135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5536665"/>
            <a:ext cx="8825659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7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7" y="60733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9" y="2613788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7" y="982134"/>
            <a:ext cx="8453907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029201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6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2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2" y="3179765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4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5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5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9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6" y="4532846"/>
            <a:ext cx="3050439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3" y="5109105"/>
            <a:ext cx="3050439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7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5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3" y="2569635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40"/>
            <a:ext cx="3644283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5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41" y="6391840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6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6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6" y="6391840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5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6" y="6391840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1" y="6391840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2" y="295731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EF2A-D01B-165E-4EC1-D9CF0094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890" y="-597028"/>
            <a:ext cx="10230223" cy="2677648"/>
          </a:xfrm>
        </p:spPr>
        <p:txBody>
          <a:bodyPr/>
          <a:lstStyle/>
          <a:p>
            <a:r>
              <a:rPr lang="en-US" b="1" dirty="0"/>
              <a:t>Hospital Management System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E8D5C-EDE3-4082-2879-14ACA9862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889" y="2998291"/>
            <a:ext cx="8825659" cy="861420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</a:rPr>
              <a:t>Subject name: </a:t>
            </a: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java Programming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37931-8AC1-7507-58E6-7979DF310F51}"/>
              </a:ext>
            </a:extLst>
          </p:cNvPr>
          <p:cNvSpPr txBox="1"/>
          <p:nvPr/>
        </p:nvSpPr>
        <p:spPr>
          <a:xfrm>
            <a:off x="980890" y="4445687"/>
            <a:ext cx="101532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Team members names:                      Admission no.</a:t>
            </a:r>
          </a:p>
          <a:p>
            <a:pPr marL="342891" indent="-34289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bg1"/>
                </a:solidFill>
              </a:rPr>
              <a:t>Abhay fulara (Team leader)                                (24scse1180211)</a:t>
            </a:r>
          </a:p>
          <a:p>
            <a:pPr marL="342891" indent="-342891">
              <a:buFont typeface="Wingdings" panose="05000000000000000000" pitchFamily="2" charset="2"/>
              <a:buChar char="q"/>
            </a:pPr>
            <a:r>
              <a:rPr lang="en-IN" b="1" dirty="0" err="1">
                <a:solidFill>
                  <a:schemeClr val="bg1"/>
                </a:solidFill>
              </a:rPr>
              <a:t>Ayush</a:t>
            </a:r>
            <a:r>
              <a:rPr lang="en-IN" b="1" dirty="0">
                <a:solidFill>
                  <a:schemeClr val="bg1"/>
                </a:solidFill>
              </a:rPr>
              <a:t> Deol                                                             (24scse1180210)</a:t>
            </a:r>
          </a:p>
          <a:p>
            <a:pPr marL="342891" indent="-34289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bg1"/>
                </a:solidFill>
              </a:rPr>
              <a:t>Aryan </a:t>
            </a:r>
            <a:r>
              <a:rPr lang="en-IN" b="1" dirty="0" err="1">
                <a:solidFill>
                  <a:schemeClr val="bg1"/>
                </a:solidFill>
              </a:rPr>
              <a:t>Sachan</a:t>
            </a:r>
            <a:r>
              <a:rPr lang="en-IN" b="1" dirty="0">
                <a:solidFill>
                  <a:schemeClr val="bg1"/>
                </a:solidFill>
              </a:rPr>
              <a:t>                                                        (</a:t>
            </a:r>
            <a:r>
              <a:rPr lang="en-IN" sz="2000" b="1" dirty="0">
                <a:solidFill>
                  <a:schemeClr val="bg1"/>
                </a:solidFill>
                <a:latin typeface="Wanted Sans"/>
              </a:rPr>
              <a:t>24SCSE1410126</a:t>
            </a:r>
            <a:r>
              <a:rPr lang="en-IN" b="1" dirty="0">
                <a:solidFill>
                  <a:schemeClr val="bg1"/>
                </a:solidFill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7538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994-831F-E884-0764-9C754063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OBJECTIVE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F135B-D19D-8F47-F228-C61F5DF11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61" y="2468033"/>
            <a:ext cx="11205881" cy="34163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develop a </a:t>
            </a:r>
            <a:r>
              <a:rPr lang="en-US" b="1" dirty="0"/>
              <a:t>Hospital Management System</a:t>
            </a:r>
            <a:r>
              <a:rPr lang="en-US" dirty="0"/>
              <a:t> using Java, OOP concepts, GUI, JDBC, and MySQL to efficiently manage hospital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Patient Information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Doctor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Appointment Scheduling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Bed Availability &amp; Allotment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Records (Patients, Doctors, Appointments)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 Database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59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FEA8-E50C-BB7C-B0A3-C03E2D29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FF68-C815-A2E1-39D2-3A379299F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1" y="2522221"/>
            <a:ext cx="11224260" cy="41376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Java (OOP Concepts):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Core language used to implement the project using Object-Oriented Programming principles like classes, objects, </a:t>
            </a:r>
            <a:r>
              <a:rPr lang="en-IN" dirty="0"/>
              <a:t>Inheritance, </a:t>
            </a:r>
            <a:r>
              <a:rPr lang="en-US" dirty="0"/>
              <a:t>encapsulation, and abstraction.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VS Code (Visual Studio Code) 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Used as the primary development environment with Java extensions for code writing, debugging, and testing.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MySQL Database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Swing GUI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JDBC (Java Database Connectivity)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JDK (Java Development Kit)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4628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AEF28A3-012D-4640-B8B8-1EF6EAF7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B2F1C2-14D3-4A53-B329-323795BC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94E879E-1515-4211-8F1B-B68A92B2C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137E7D-1F4E-498A-97D1-0E1FE6FC6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1375183-B6E5-43E0-B28F-39EC90838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7F36BD-A8AF-4304-A662-1007CC174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D9095F-2809-4A90-A032-250AC21C3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027D7BF-C282-4477-A406-245C3F26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AC3C43D8-426E-472E-A8E8-C41BF7A87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52DCAE0E-B8DE-4C42-A48F-FA0C8345A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9647F54-801D-44AB-8284-EDDFF7763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AAC49-77A3-8167-1A27-57523EC1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9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APPROACH &amp; EXPECTED RESULTS</a:t>
            </a:r>
          </a:p>
        </p:txBody>
      </p:sp>
      <p:pic>
        <p:nvPicPr>
          <p:cNvPr id="5" name="Picture 4" descr="A hospital building with many icons around it&#10;&#10;Description automatically generated">
            <a:extLst>
              <a:ext uri="{FF2B5EF4-FFF2-40B4-BE49-F238E27FC236}">
                <a16:creationId xmlns:a16="http://schemas.microsoft.com/office/drawing/2014/main" id="{6EB6B1F4-FDF0-B77F-568F-BC4D0E57C8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42" b="4"/>
          <a:stretch/>
        </p:blipFill>
        <p:spPr>
          <a:xfrm>
            <a:off x="6084571" y="2422360"/>
            <a:ext cx="5647924" cy="353959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5D4827-D932-B132-8332-A68562D7F97E}"/>
              </a:ext>
            </a:extLst>
          </p:cNvPr>
          <p:cNvSpPr txBox="1"/>
          <p:nvPr/>
        </p:nvSpPr>
        <p:spPr>
          <a:xfrm>
            <a:off x="454895" y="2637895"/>
            <a:ext cx="5211979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Approach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Java OOP for structured design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Implemented JDBC + MySQL for persistent storage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Swing GUI to make user-friendly interface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Added multithreading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Followed clean folder structure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Expected Results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Working hospital management application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Able to manage patients, doctors, appointments, beds</a:t>
            </a: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Demonstrates Java, JDBC, OOP &amp; GUI skills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9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DFA4D-8DDE-6BA6-4C31-A10BF40D5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813" y="717295"/>
            <a:ext cx="4605561" cy="228382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FILE STRUCTURE OF PROJECT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847C8-7202-A98E-19C9-94FBFD942A3F}"/>
              </a:ext>
            </a:extLst>
          </p:cNvPr>
          <p:cNvSpPr txBox="1"/>
          <p:nvPr/>
        </p:nvSpPr>
        <p:spPr>
          <a:xfrm>
            <a:off x="1037811" y="2768036"/>
            <a:ext cx="42501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The project uses a structured folder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model</a:t>
            </a:r>
            <a:r>
              <a:rPr lang="en-IN" dirty="0">
                <a:solidFill>
                  <a:schemeClr val="bg1"/>
                </a:solidFill>
              </a:rPr>
              <a:t> – stores all data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</a:rPr>
              <a:t>dao</a:t>
            </a:r>
            <a:r>
              <a:rPr lang="en-IN" dirty="0">
                <a:solidFill>
                  <a:schemeClr val="bg1"/>
                </a:solidFill>
              </a:rPr>
              <a:t> – handles database CRUD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util</a:t>
            </a:r>
            <a:r>
              <a:rPr lang="en-IN" dirty="0">
                <a:solidFill>
                  <a:schemeClr val="bg1"/>
                </a:solidFill>
              </a:rPr>
              <a:t> – database connection and multithreading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</a:rPr>
              <a:t>ui</a:t>
            </a:r>
            <a:r>
              <a:rPr lang="en-IN" dirty="0">
                <a:solidFill>
                  <a:schemeClr val="bg1"/>
                </a:solidFill>
              </a:rPr>
              <a:t> – Java Swing interface panel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Main class</a:t>
            </a:r>
            <a:r>
              <a:rPr lang="en-IN" dirty="0">
                <a:solidFill>
                  <a:schemeClr val="bg1"/>
                </a:solidFill>
              </a:rPr>
              <a:t> – loads the entire GUI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B7C69-F6CE-5522-2737-7B2B2ED15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024" y="855446"/>
            <a:ext cx="4605561" cy="505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6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009F-3FB4-5BBC-ACCA-E63E2A00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/>
              <a:t>GUI (Java Swing)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6EE8B-AB80-FA32-F903-802DC1BE8A39}"/>
              </a:ext>
            </a:extLst>
          </p:cNvPr>
          <p:cNvSpPr txBox="1"/>
          <p:nvPr/>
        </p:nvSpPr>
        <p:spPr>
          <a:xfrm>
            <a:off x="399781" y="2296160"/>
            <a:ext cx="113553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Hospital Management System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a desktop-based application developed using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Java Swing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the graphical user interface and MySQL as the backend database.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application helps hospitals manage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patients, doctors, beds, and appointments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efficiently using a centralized system connected via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JDBC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Main GUI Structure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application is built using a main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JFrame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containing: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Menu Bar / Navigation Tabs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Appointments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CardLayout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module opens inside the same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Ensures smooth navigation without opening new windows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029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D874CC-FA81-1923-4259-DE8BB3030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920" y="1570316"/>
            <a:ext cx="9408160" cy="52876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BD31C0-CE96-B504-BE5C-53AE16D17D69}"/>
              </a:ext>
            </a:extLst>
          </p:cNvPr>
          <p:cNvSpPr txBox="1"/>
          <p:nvPr/>
        </p:nvSpPr>
        <p:spPr>
          <a:xfrm>
            <a:off x="0" y="0"/>
            <a:ext cx="10607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Dashboard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Provides a central interface to access all major modules of the hospital management system. Application title, icons/buttons for Patients, Doctors, Beds, and Appointments, quick navigation to different modules</a:t>
            </a:r>
          </a:p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44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B0EF8B-043B-9F40-4926-6FA90F95C8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68"/>
          <a:stretch/>
        </p:blipFill>
        <p:spPr>
          <a:xfrm>
            <a:off x="1391920" y="1571053"/>
            <a:ext cx="9408160" cy="5286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202D38-D746-9D4C-DDFC-40DC1D0AAE68}"/>
              </a:ext>
            </a:extLst>
          </p:cNvPr>
          <p:cNvSpPr txBox="1"/>
          <p:nvPr/>
        </p:nvSpPr>
        <p:spPr>
          <a:xfrm>
            <a:off x="0" y="41120"/>
            <a:ext cx="10383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Patient Management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Patient Management Module is used to manage and maintain all patient-related information in the hospital system. Patient ID (auto-generated), Name, Age, Phone number, Gender, Address and a table displaying all patient records fetched from the database</a:t>
            </a:r>
          </a:p>
        </p:txBody>
      </p:sp>
    </p:spTree>
    <p:extLst>
      <p:ext uri="{BB962C8B-B14F-4D97-AF65-F5344CB8AC3E}">
        <p14:creationId xmlns:p14="http://schemas.microsoft.com/office/powerpoint/2010/main" val="199856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1B0754-CBCC-63EB-463D-2680C433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" r="285"/>
          <a:stretch/>
        </p:blipFill>
        <p:spPr>
          <a:xfrm>
            <a:off x="1391920" y="1571053"/>
            <a:ext cx="9408160" cy="5286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CDECFF-6C71-67FE-0EB0-7B7BB92890A2}"/>
              </a:ext>
            </a:extLst>
          </p:cNvPr>
          <p:cNvSpPr txBox="1"/>
          <p:nvPr/>
        </p:nvSpPr>
        <p:spPr>
          <a:xfrm>
            <a:off x="-1" y="0"/>
            <a:ext cx="104797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Doctor Management 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Handles doctor details and specialization information.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Doctor ID, Doctor name, Specialization, Table showing list of doctors</a:t>
            </a:r>
          </a:p>
        </p:txBody>
      </p:sp>
    </p:spTree>
    <p:extLst>
      <p:ext uri="{BB962C8B-B14F-4D97-AF65-F5344CB8AC3E}">
        <p14:creationId xmlns:p14="http://schemas.microsoft.com/office/powerpoint/2010/main" val="3909224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28CFE2-FA81-F36B-1411-7F98AC7B33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" b="104"/>
          <a:stretch/>
        </p:blipFill>
        <p:spPr>
          <a:xfrm>
            <a:off x="1391920" y="1571053"/>
            <a:ext cx="9408160" cy="52869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94085F-02DE-B6ED-CEAB-3979FFB5D6E6}"/>
              </a:ext>
            </a:extLst>
          </p:cNvPr>
          <p:cNvSpPr txBox="1"/>
          <p:nvPr/>
        </p:nvSpPr>
        <p:spPr>
          <a:xfrm>
            <a:off x="0" y="0"/>
            <a:ext cx="10668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 Bed Management (Bed Allotment)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Manages hospital bed availability and patient bed allotment.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Bed ID, Ward, Bed number, Bed status (AVAILABLE / OCCUPIED), Patient ID (if allotted), Fields for Patient ID, Doctor ID, Date, and Time, Buttons for Allot Bed and Release Bed</a:t>
            </a:r>
          </a:p>
        </p:txBody>
      </p:sp>
    </p:spTree>
    <p:extLst>
      <p:ext uri="{BB962C8B-B14F-4D97-AF65-F5344CB8AC3E}">
        <p14:creationId xmlns:p14="http://schemas.microsoft.com/office/powerpoint/2010/main" val="1599892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56A859-4522-808B-91B7-D6962964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" r="396"/>
          <a:stretch/>
        </p:blipFill>
        <p:spPr>
          <a:xfrm>
            <a:off x="1391920" y="1571053"/>
            <a:ext cx="9408160" cy="52869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1C0B4-CEB9-57B4-D9C9-02B06B070A48}"/>
              </a:ext>
            </a:extLst>
          </p:cNvPr>
          <p:cNvSpPr txBox="1"/>
          <p:nvPr/>
        </p:nvSpPr>
        <p:spPr>
          <a:xfrm>
            <a:off x="0" y="0"/>
            <a:ext cx="103094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 Appointments Module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Schedules and manages appointments between patients and doctors.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details, Doctor details, Appointment date and time, Table showing appointment records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594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645B59-7F65-0CBA-0DF2-EB30AC16B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6096000" cy="3421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4C24D4-843A-9A5E-74A1-B5B234A5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974" y="0"/>
            <a:ext cx="6069026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E29DAD-4296-11CB-B61E-4DACBEB2E1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2974" y="3437965"/>
            <a:ext cx="6109336" cy="3428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B2CF12-A6E6-BDE9-8520-FCC8F3D79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40430"/>
            <a:ext cx="6096000" cy="3417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899716-0605-7073-F423-FEF40C15D2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83693" y="2153771"/>
            <a:ext cx="4878561" cy="273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48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F62EAF-D3F5-C6FE-E974-9CB1A92D2ED4}"/>
              </a:ext>
            </a:extLst>
          </p:cNvPr>
          <p:cNvSpPr txBox="1"/>
          <p:nvPr/>
        </p:nvSpPr>
        <p:spPr>
          <a:xfrm>
            <a:off x="172720" y="58279"/>
            <a:ext cx="477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IMPORTANT CLASSES WITH CODES:-</a:t>
            </a:r>
            <a:endParaRPr lang="en-IN" sz="20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136ED9-0A94-DED5-BD35-5575298CF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7993" y="1903438"/>
            <a:ext cx="5192869" cy="4896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59815B-0973-B360-2B21-2EDD11131D9C}"/>
              </a:ext>
            </a:extLst>
          </p:cNvPr>
          <p:cNvSpPr txBox="1"/>
          <p:nvPr/>
        </p:nvSpPr>
        <p:spPr>
          <a:xfrm>
            <a:off x="172720" y="458389"/>
            <a:ext cx="45212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Appointment class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</a:p>
          <a:p>
            <a:r>
              <a:rPr lang="en-US" dirty="0"/>
              <a:t>Represents an appointment scheduled between a patient and doctor, along with a bed allotment.</a:t>
            </a:r>
          </a:p>
          <a:p>
            <a:endParaRPr lang="en-US" sz="16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148F9-9747-3EFE-B8AD-828DDC2593AD}"/>
              </a:ext>
            </a:extLst>
          </p:cNvPr>
          <p:cNvSpPr txBox="1"/>
          <p:nvPr/>
        </p:nvSpPr>
        <p:spPr>
          <a:xfrm>
            <a:off x="5724861" y="459578"/>
            <a:ext cx="51224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Patient Class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</a:p>
          <a:p>
            <a:r>
              <a:rPr lang="en-US" dirty="0"/>
              <a:t>Represents a hospital patient and stores their information like name, age, gender, address and phone number.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40EAC5-C0C5-7A34-05AC-633B8AAE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024" y="1903437"/>
            <a:ext cx="5122432" cy="489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93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A580D-4D36-D7C3-16DF-326D41AA6C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43600" y="1348381"/>
            <a:ext cx="5038165" cy="533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A47527-2EC6-492E-08C5-EFBE4F1F7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9559" y="1348381"/>
            <a:ext cx="5222240" cy="533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DA6577-40F9-4495-F29A-0EA7FEBF425F}"/>
              </a:ext>
            </a:extLst>
          </p:cNvPr>
          <p:cNvSpPr txBox="1"/>
          <p:nvPr/>
        </p:nvSpPr>
        <p:spPr>
          <a:xfrm>
            <a:off x="147320" y="175619"/>
            <a:ext cx="500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Bed Class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</a:p>
          <a:p>
            <a:r>
              <a:rPr lang="en-US" dirty="0"/>
              <a:t>To represent hospital beds and track their availability.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7B469-73C0-7659-CE2F-51E6E33CE257}"/>
              </a:ext>
            </a:extLst>
          </p:cNvPr>
          <p:cNvSpPr txBox="1"/>
          <p:nvPr/>
        </p:nvSpPr>
        <p:spPr>
          <a:xfrm>
            <a:off x="5943600" y="162979"/>
            <a:ext cx="427736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 </a:t>
            </a: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Doctor Class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</a:t>
            </a:r>
          </a:p>
          <a:p>
            <a:r>
              <a:rPr lang="en-US" dirty="0"/>
              <a:t>Represents a doctor, storing details unique to doctors.</a:t>
            </a:r>
          </a:p>
          <a:p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815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F6D3-5B47-B20D-D417-18B594C3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DATABASE AND JDBC</a:t>
            </a:r>
            <a:endParaRPr lang="en-IN" sz="4000" b="1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1D20392-AEA0-3180-E620-8C7C9F776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005"/>
          <a:stretch/>
        </p:blipFill>
        <p:spPr>
          <a:xfrm>
            <a:off x="500616" y="2275908"/>
            <a:ext cx="3339081" cy="4143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0D5BEC-378C-0BFB-D307-F6FB5A699E7E}"/>
              </a:ext>
            </a:extLst>
          </p:cNvPr>
          <p:cNvSpPr txBox="1"/>
          <p:nvPr/>
        </p:nvSpPr>
        <p:spPr>
          <a:xfrm>
            <a:off x="4059286" y="5496529"/>
            <a:ext cx="1476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MYSQL 8.0.44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24E79C-616E-57AF-85A6-2B0694040EF6}"/>
              </a:ext>
            </a:extLst>
          </p:cNvPr>
          <p:cNvSpPr txBox="1"/>
          <p:nvPr/>
        </p:nvSpPr>
        <p:spPr>
          <a:xfrm>
            <a:off x="9540939" y="5219531"/>
            <a:ext cx="1873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Connector J 8.4.0 and its jar file 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5CE973C-59DD-6444-C761-D73ABA4EFE3C}"/>
              </a:ext>
            </a:extLst>
          </p:cNvPr>
          <p:cNvCxnSpPr>
            <a:stCxn id="14" idx="0"/>
            <a:endCxn id="6" idx="3"/>
          </p:cNvCxnSpPr>
          <p:nvPr/>
        </p:nvCxnSpPr>
        <p:spPr>
          <a:xfrm rot="16200000" flipV="1">
            <a:off x="3744264" y="4443318"/>
            <a:ext cx="1148644" cy="9577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79D6065-A182-32EF-64D0-F9E86D134487}"/>
              </a:ext>
            </a:extLst>
          </p:cNvPr>
          <p:cNvCxnSpPr>
            <a:cxnSpLocks/>
            <a:stCxn id="27" idx="0"/>
          </p:cNvCxnSpPr>
          <p:nvPr/>
        </p:nvCxnSpPr>
        <p:spPr>
          <a:xfrm rot="16200000" flipV="1">
            <a:off x="9641175" y="4382955"/>
            <a:ext cx="871648" cy="8015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2E926B-5D6B-F2C4-5247-6D42E1B0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512" y="2275906"/>
            <a:ext cx="3339081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36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488C36-4F53-C745-5DE0-E11D846045C6}"/>
              </a:ext>
            </a:extLst>
          </p:cNvPr>
          <p:cNvSpPr txBox="1"/>
          <p:nvPr/>
        </p:nvSpPr>
        <p:spPr>
          <a:xfrm>
            <a:off x="143437" y="242049"/>
            <a:ext cx="661595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 Schema (SQL)</a:t>
            </a:r>
            <a:endParaRPr lang="en-US" sz="2000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Hospital Management System uses a MySQL database named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hospital_db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that stores all information related to patients, doctors, beds, and appointments. Four main tables are created in the schema: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doctors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stores doctor names and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specialities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stores patient details such as name, age, and gender.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beds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holds hospital bed numbers and their availability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appointments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links patient, doctor, and bed records together using foreign keys, along with appointment date and time.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structured schema ensures proper data management, prevents invalid entries, and supports all core system operations like booking appointments and allocating beds.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F9F94-12CF-383C-2907-8AB50EF221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80096" y="0"/>
            <a:ext cx="5611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98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&#10;&#10;Description automatically generated">
            <a:extLst>
              <a:ext uri="{FF2B5EF4-FFF2-40B4-BE49-F238E27FC236}">
                <a16:creationId xmlns:a16="http://schemas.microsoft.com/office/drawing/2014/main" id="{DF8497AE-3AAC-48AE-99D9-167C10F0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37" y="0"/>
            <a:ext cx="878846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6FD0A1-5BEA-49B2-88D4-AC2886B90981}"/>
              </a:ext>
            </a:extLst>
          </p:cNvPr>
          <p:cNvSpPr txBox="1"/>
          <p:nvPr/>
        </p:nvSpPr>
        <p:spPr>
          <a:xfrm>
            <a:off x="85726" y="200026"/>
            <a:ext cx="3181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 DIAGRAM:</a:t>
            </a:r>
            <a:endParaRPr lang="en-IN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BBF2F-9DC9-F83C-CF07-AE95BDBF9299}"/>
              </a:ext>
            </a:extLst>
          </p:cNvPr>
          <p:cNvSpPr txBox="1"/>
          <p:nvPr/>
        </p:nvSpPr>
        <p:spPr>
          <a:xfrm>
            <a:off x="224119" y="846357"/>
            <a:ext cx="25370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Entities:</a:t>
            </a:r>
            <a:endParaRPr lang="en-IN" sz="16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Patient, Doctor, Appointment, Bed.</a:t>
            </a:r>
          </a:p>
          <a:p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Relationships: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(1) — (M) Appointment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patient can have many appointments.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Doctor (1) — (M) Appointment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doctor can handle many appointments.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Bed (1) — (1) Appointment (at a time)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bed can be allotted to only one appointment at a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Appointment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acts as the bridge entity linking: Patient, Doctor and Bed.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3032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A84D-17CB-85DD-1F24-4B1B6EA2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B899E-7278-78B6-F20A-F63FC6DC5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842" y="1559824"/>
            <a:ext cx="4848207" cy="2283824"/>
          </a:xfrm>
        </p:spPr>
        <p:txBody>
          <a:bodyPr>
            <a:normAutofit fontScale="85000" lnSpcReduction="20000"/>
          </a:bodyPr>
          <a:lstStyle/>
          <a:p>
            <a:r>
              <a:rPr lang="en-US" sz="4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CASE DIAGRAM</a:t>
            </a:r>
            <a:br>
              <a:rPr lang="en-US" sz="4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sz="4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Google Sans"/>
              </a:rPr>
              <a:t>A use case diagram is a specific type of UML diagram used to model the interactions between user and a system</a:t>
            </a:r>
            <a:endParaRPr lang="en-IN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 descr="A diagram of a patient&#10;&#10;Description automatically generated">
            <a:extLst>
              <a:ext uri="{FF2B5EF4-FFF2-40B4-BE49-F238E27FC236}">
                <a16:creationId xmlns:a16="http://schemas.microsoft.com/office/drawing/2014/main" id="{B98AB3E3-9361-B3F1-ECB7-D72B62873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89" y="685771"/>
            <a:ext cx="5021156" cy="548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69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B431-EE80-88C1-83EE-313B3DF5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/>
              <a:t>BENEFITS &amp; LIMITATIONS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3FB3F-508D-A8F6-9A63-87A8E89D7C59}"/>
              </a:ext>
            </a:extLst>
          </p:cNvPr>
          <p:cNvSpPr txBox="1"/>
          <p:nvPr/>
        </p:nvSpPr>
        <p:spPr>
          <a:xfrm>
            <a:off x="475130" y="2814918"/>
            <a:ext cx="483197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 hospital operations simulated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GUI-based → user 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 storage → data does not get lost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Supports CRUD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Uses OOP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Includes multithreading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Transaction support → avoids double booking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0586D-3E73-F058-B114-1766C8FEEDF3}"/>
              </a:ext>
            </a:extLst>
          </p:cNvPr>
          <p:cNvSpPr txBox="1"/>
          <p:nvPr/>
        </p:nvSpPr>
        <p:spPr>
          <a:xfrm>
            <a:off x="6562165" y="2814917"/>
            <a:ext cx="515470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Basic UI (Swing)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login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Limited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designed for large-scale hospital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billing system (can be added later)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433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7F8C-2B5E-E8BF-085B-7DC95DE1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/>
              <a:t>FUTURE IMPROVEMENTS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FA082-0ED5-9F01-79A2-B7D7E9F3CC5C}"/>
              </a:ext>
            </a:extLst>
          </p:cNvPr>
          <p:cNvSpPr txBox="1"/>
          <p:nvPr/>
        </p:nvSpPr>
        <p:spPr>
          <a:xfrm>
            <a:off x="484093" y="2761132"/>
            <a:ext cx="561190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Login and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Billing &amp; Payment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Pharmacy and Inventory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PDF Report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Doctor Schedule &amp;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Nurse / Staff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Advanced Search &amp;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614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272</TotalTime>
  <Words>991</Words>
  <Application>Microsoft Office PowerPoint</Application>
  <PresentationFormat>Widescreen</PresentationFormat>
  <Paragraphs>124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Century Gothic</vt:lpstr>
      <vt:lpstr>Google Sans</vt:lpstr>
      <vt:lpstr>Wanted Sans</vt:lpstr>
      <vt:lpstr>Wingdings</vt:lpstr>
      <vt:lpstr>Wingdings 3</vt:lpstr>
      <vt:lpstr>Ion Boardroom</vt:lpstr>
      <vt:lpstr>Hospital Management System </vt:lpstr>
      <vt:lpstr>OBJECTIVE</vt:lpstr>
      <vt:lpstr>TOOLS AND TECHNOLOGIES USED</vt:lpstr>
      <vt:lpstr>APPROACH &amp; EXPECTED RESULTS</vt:lpstr>
      <vt:lpstr>PowerPoint Presentation</vt:lpstr>
      <vt:lpstr>GUI (Java Swing)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AND JDBC</vt:lpstr>
      <vt:lpstr>PowerPoint Presentation</vt:lpstr>
      <vt:lpstr>PowerPoint Presentation</vt:lpstr>
      <vt:lpstr>PowerPoint Presentation</vt:lpstr>
      <vt:lpstr>BENEFITS &amp; LIMITATIONS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</dc:title>
  <dc:creator>Abhay fulara</dc:creator>
  <cp:lastModifiedBy>Abhay fulara</cp:lastModifiedBy>
  <cp:revision>9</cp:revision>
  <dcterms:created xsi:type="dcterms:W3CDTF">2025-11-24T09:12:52Z</dcterms:created>
  <dcterms:modified xsi:type="dcterms:W3CDTF">2025-12-17T12:00:00Z</dcterms:modified>
</cp:coreProperties>
</file>